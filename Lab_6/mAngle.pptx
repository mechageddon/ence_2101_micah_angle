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C29B-237D-176C-84C4-4CAF0ECDB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186E0-904D-1A17-FBC5-61DAC85BC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6D0A6-0739-BE47-6393-CE5E84777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3420D-BAB8-3AF1-B0A7-18B074C5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68B1E-3322-7026-0A4A-2EF35062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5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FA9B-CF42-57E7-4454-B85EE9FE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5BE9-2B41-8F79-6BAD-365D1134C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124E4-EB43-A1A4-1F7F-4ED1ED6A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DCDC-A14A-7C17-CC31-68C06E74F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44660-CCD6-1A3D-0629-82333169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5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6D8D9-8E64-804F-9FE8-F82F90B2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4BF63-A1EA-05CC-3330-3FFA9AF62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F867B-2026-232A-BC58-1D8F0D07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20511-C53B-608D-9ECB-57A122D2D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7B0EB-F595-A75F-0343-A0834331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70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E0A6E-1588-9A2E-428E-64F0D572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4FF83-4803-3F52-DB8D-B72C86AAB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888E8-75EB-D0F0-EA51-FBDDD9DCF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26088-F7F5-4AFE-042C-6607BBB5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BA51E-8EA2-86E7-A658-4CE44AEA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C62BB-1506-B4AA-6FCF-F990E843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58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DAF66-4EFB-FA61-E630-F7DEC93B3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B862B-3EB9-36BE-E098-4A44C8486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66947-6765-29E2-B1B7-891A98474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7B513-C95D-4E6B-8AF3-B8464207F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C3A8B3-A067-C40A-48E8-ECA7FD903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C0DEE-740C-A8B2-0478-8F653AE5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13795D-69B5-489D-F541-00F9067B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54E63-C0CA-0FBB-0322-CBFB13FA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0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71D77-4D30-5DEC-49B8-D255EEBD0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24E-65A2-6858-236D-D56E9328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515DE-D4E2-4BC1-6BEF-5E97CFDC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F715A-6EBD-2144-C871-28FFC53C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4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9D18AE-2FDA-3B8F-8FE8-A6FBF5402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4BEA0-4355-0A3E-CA05-7621E0B6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4D07E-440B-17C1-F32C-5F4918D1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8ED41-BB2F-739C-7B3F-47E50530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5E323-378A-ED6B-7D90-F2D0C32E4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AD87B-5650-6695-94CE-C63A41001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939EC-5339-2D31-08AF-F076A9528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2D79A-60A4-887A-6BBD-6BCD5603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468C2-B47F-FFCD-ED0B-EDF732DF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7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38D4-0A0B-C7AB-5D0A-9F8572402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1CAD8-6822-3E21-2101-AD1EF3369B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DF2DA-DA9D-3657-47BD-FD079EC39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A4359-5578-8464-5340-9FCFF4F8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EB313-74D1-1484-ADD4-4B2C654B0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EF5D3-439B-3CD4-77F7-A69347F4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1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0846-F8D0-436B-9B35-A7AC481B5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8D621-F2F1-CBA3-021E-4AA719463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8ADBC-D2ED-95DF-90B5-A97D1D44F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DD8F9-82B4-25D4-593D-A4739CEEF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16F15-2D84-AE85-BB60-D1BA0726D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81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F99F4E-22F8-46E3-D018-60D1AAA8A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6B0B9-2B37-3AEB-43BF-232138525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1DB06-7F08-FEF9-05B6-EA20BA098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4FF2-AFDF-1DDC-C732-2F18069FB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D6A2E-2B8A-EB55-9325-698F4141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2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0EAE8-FF3E-7D1A-8195-2E6C9ECC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FB71C-9869-5F07-8F8C-B15D751C2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1B59-F4D2-01F2-8E02-A9C320646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DC5F8-BFBE-4CD4-95A4-2409FC3EF2D6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AD17C-A5EB-3935-EE0B-576D01E6F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ABA09-3682-F172-CFC7-655E6A9A1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A4399-419B-4856-BF95-BF84AD0FB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DDB193-23C7-BB24-F2BD-509938A654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6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E1F1FB1-F399-FB15-51E5-AFDACE410C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Micah Angle</a:t>
            </a:r>
          </a:p>
        </p:txBody>
      </p:sp>
    </p:spTree>
    <p:extLst>
      <p:ext uri="{BB962C8B-B14F-4D97-AF65-F5344CB8AC3E}">
        <p14:creationId xmlns:p14="http://schemas.microsoft.com/office/powerpoint/2010/main" val="277189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EF1F-4238-2F9B-4DAF-15847853F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 Counter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7F2C4-1E49-DB41-EFD9-021C26D3D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10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161392-78BF-3304-7C7F-B2BD8098C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27" y="2231731"/>
            <a:ext cx="10460345" cy="239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69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146A-2BE1-54CB-B269-ACA736CE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 Counter w/ Reset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925BB-8A28-8C6C-8EDB-B2D460C3B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57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4ECE-BED5-1096-9DD8-0BD71D41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E6AB81-9929-3C0E-E2EE-7A94C3F28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95" y="2285442"/>
            <a:ext cx="11304209" cy="228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4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95484-DC3D-03BA-2390-8E3B4AF7C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D97A-1904-9EB5-23B7-BD38BA77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 Counter w/ Reset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39917-DA94-759F-50F9-D0A1C721D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1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DD687-B3CA-D910-EBC7-51DC1C69B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BD179B-8869-BBDA-A22A-E068D7574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" y="310479"/>
            <a:ext cx="10393680" cy="2025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D9BC6D-F28E-A691-2FA9-F72797EC7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41" y="2425711"/>
            <a:ext cx="5648762" cy="1475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488A4-B38B-F82F-2BBD-4C566B62A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203" y="2425711"/>
            <a:ext cx="5204888" cy="1343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57BF29-C029-5ECA-85CA-C895DBD26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0720" y="4162207"/>
            <a:ext cx="6096000" cy="163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5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702DB-4D7D-4FBE-3F35-EA422E6E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9A0A-63B7-4A7E-4738-0077607B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 Counter from 10 w/ Reset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86F5D-3674-078B-07CF-71A6403E4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50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D1821-25A1-5515-B727-0719EF7B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C216CF-6195-EFE1-67D1-DBF4080C4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33" y="1938183"/>
            <a:ext cx="11573933" cy="298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43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DA329-27DE-CBA4-46AE-D3FBAFEC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23D5-6510-EE90-3768-B8CBA03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at 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F10B6-D454-3C18-FD5E-0499CA8DF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1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C69A8-B419-F420-25E3-AFB95C84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350530-21FA-1498-09F4-A75A2CDD0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20" y="1694660"/>
            <a:ext cx="11470560" cy="346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68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098D-0638-F86D-486E-939DA294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4CD53-DDA6-30BF-0FBB-EEBDC899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Incorporated into Counter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F907-35B3-AAF8-2A03-1291DB0BF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38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4FCF-D5E0-DA5A-F38C-E499A35CF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0D433E-E8C6-F674-3165-27EE61085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0823"/>
            <a:ext cx="12192000" cy="507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16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481F-7BD6-966F-5FE3-626A2D47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3C17A-CE99-BED3-2E97-D7AB8810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Down Counter with 0 Latch and 10 Reset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C9977-AE66-C3B5-C0D7-92AFD73DC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FPGA had issues counting down from 10 asynchronously and counted starting from 8 despite Logisim counting down from 10. This circuit was designed to test if synchronous timing worked better</a:t>
            </a:r>
          </a:p>
        </p:txBody>
      </p:sp>
    </p:spTree>
    <p:extLst>
      <p:ext uri="{BB962C8B-B14F-4D97-AF65-F5344CB8AC3E}">
        <p14:creationId xmlns:p14="http://schemas.microsoft.com/office/powerpoint/2010/main" val="4195987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8AC2C-21E9-C966-AD8F-439C8A58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F7AB66-6A67-1FF9-1DFD-9A079596D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5674"/>
            <a:ext cx="12192000" cy="402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51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9541-441E-67B2-91B3-52B9B5B8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3643-61E5-16F8-4FEC-4F1EE729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Circuit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07CD2-F47D-D7F2-CC93-A554D58F7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10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D68F-CF70-243F-C784-A526AD10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A21C23-B09F-E3B0-B9DB-881C73B8B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0507"/>
            <a:ext cx="12192000" cy="537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96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71</Words>
  <Application>Microsoft Office PowerPoint</Application>
  <PresentationFormat>Widescreen</PresentationFormat>
  <Paragraphs>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Lab 6</vt:lpstr>
      <vt:lpstr>Down Counter</vt:lpstr>
      <vt:lpstr>PowerPoint Presentation</vt:lpstr>
      <vt:lpstr>Up Counter w/ Reset</vt:lpstr>
      <vt:lpstr>PowerPoint Presentation</vt:lpstr>
      <vt:lpstr>Down Counter w/ Reset</vt:lpstr>
      <vt:lpstr>PowerPoint Presentation</vt:lpstr>
      <vt:lpstr>Down Counter from 10 w/ Reset</vt:lpstr>
      <vt:lpstr>PowerPoint Presentation</vt:lpstr>
      <vt:lpstr>Latch at 0</vt:lpstr>
      <vt:lpstr>PowerPoint Presentation</vt:lpstr>
      <vt:lpstr>Incorporated into Counter</vt:lpstr>
      <vt:lpstr>PowerPoint Presentation</vt:lpstr>
      <vt:lpstr>Synchronous Down Counter with 0 Latch and 10 Reset</vt:lpstr>
      <vt:lpstr>PowerPoint Presentation</vt:lpstr>
      <vt:lpstr>Final Circuit</vt:lpstr>
      <vt:lpstr>PowerPoint Presentation</vt:lpstr>
    </vt:vector>
  </TitlesOfParts>
  <Company>University of Denver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Micah Angle</dc:creator>
  <cp:lastModifiedBy>Micah Angle</cp:lastModifiedBy>
  <cp:revision>4</cp:revision>
  <dcterms:created xsi:type="dcterms:W3CDTF">2026-10-20T22:43:32Z</dcterms:created>
  <dcterms:modified xsi:type="dcterms:W3CDTF">2026-10-27T16:15:35Z</dcterms:modified>
</cp:coreProperties>
</file>